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1: Title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2: The Problem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3: Our Differentiator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4: How It Works —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5: The Analysis Pipeline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6: Fraud Scoring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7: Campaign Correlation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8: The PDF Report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9: Tech Stack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10: Live Demo Flow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11: Constraints Met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12: Deployment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13: Success Criteria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14: Thank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⚠ EmailThreat</dc:title>
  <dc:subject>PptxGenJS Presentation</dc:subject>
  <dc:creator>Created by Marp</dc:creator>
  <cp:lastModifiedBy>Created by Marp</cp:lastModifiedBy>
  <cp:revision>1</cp:revision>
  <dcterms:created xsi:type="dcterms:W3CDTF">2026-09-13T12:27:09Z</dcterms:created>
  <dcterms:modified xsi:type="dcterms:W3CDTF">2026-09-13T12:27:09Z</dcterms:modified>
</cp:coreProperties>
</file>